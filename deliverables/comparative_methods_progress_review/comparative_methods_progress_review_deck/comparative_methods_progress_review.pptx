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1"/>
    <p:sldId id="264" r:id="rId20"/>
    <p:sldId id="265" r:id="rId19"/>
    <p:sldId id="266" r:id="rId18"/>
    <p:sldId id="267" r:id="rId17"/>
    <p:sldId id="268" r:id="rId16"/>
    <p:sldId id="269" r:id="rId15"/>
  </p:sldIdLst>
  <p:sldSz cx="12192000" cy="6858000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微软雅黑" panose="020B0503020204020204" pitchFamily="34" charset="-122"/>
      <p:regular r:id="rId36"/>
      <p:bold r:id="rId37"/>
    </p:embeddedFont>
    <p:embeddedFont>
      <p:font typeface="华文细黑" panose="02010600040101010101" pitchFamily="2" charset="-122"/>
      <p:regular r:id="rId38"/>
    </p:embeddedFont>
    <p:embeddedFont>
      <p:font typeface="Arial Narrow" panose="020B0606020202030204" pitchFamily="34" charset="0"/>
      <p:regular r:id="rId39"/>
      <p:bold r:id="rId40"/>
      <p:italic r:id="rId41"/>
      <p:boldItalic r:id="rId42"/>
    </p:embeddedFont>
    <p:embeddedFont>
      <p:font typeface="Bell MT" panose="02020503060305020303" pitchFamily="18" charset="0"/>
      <p:regular r:id="rId43"/>
      <p:bold r:id="rId44"/>
      <p:italic r:id="rId45"/>
    </p:embeddedFont>
    <p:embeddedFont>
      <p:font typeface="GungsuhChe" panose="02030609000101010101" pitchFamily="49" charset="-127"/>
      <p:regular r:id="rId4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7" userDrawn="1">
          <p15:clr>
            <a:srgbClr val="A4A3A4"/>
          </p15:clr>
        </p15:guide>
        <p15:guide id="2" pos="3794" userDrawn="1">
          <p15:clr>
            <a:srgbClr val="A4A3A4"/>
          </p15:clr>
        </p15:guide>
        <p15:guide id="3" pos="7088" userDrawn="1">
          <p15:clr>
            <a:srgbClr val="A4A3A4"/>
          </p15:clr>
        </p15:guide>
        <p15:guide id="4" pos="6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A4DD"/>
    <a:srgbClr val="20517C"/>
    <a:srgbClr val="E8EAE9"/>
    <a:srgbClr val="FFFFFF"/>
    <a:srgbClr val="A5A5A5"/>
    <a:srgbClr val="16A2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31" autoAdjust="0"/>
    <p:restoredTop sz="85766" autoAdjust="0"/>
  </p:normalViewPr>
  <p:slideViewPr>
    <p:cSldViewPr showGuides="1">
      <p:cViewPr varScale="1">
        <p:scale>
          <a:sx n="111" d="100"/>
          <a:sy n="111" d="100"/>
        </p:scale>
        <p:origin x="330" y="102"/>
      </p:cViewPr>
      <p:guideLst>
        <p:guide orient="horz" pos="2187"/>
        <p:guide pos="3794"/>
        <p:guide pos="7088"/>
        <p:guide pos="60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16" Type="http://schemas.openxmlformats.org/officeDocument/2006/relationships/slide" Target="slides/slide13.xml"/><Relationship Id="rId17" Type="http://schemas.openxmlformats.org/officeDocument/2006/relationships/slide" Target="slides/slide12.xml"/><Relationship Id="rId18" Type="http://schemas.openxmlformats.org/officeDocument/2006/relationships/slide" Target="slides/slide11.xml"/><Relationship Id="rId19" Type="http://schemas.openxmlformats.org/officeDocument/2006/relationships/slide" Target="slides/slide10.xml"/><Relationship Id="rId20" Type="http://schemas.openxmlformats.org/officeDocument/2006/relationships/slide" Target="slides/slide9.xml"/><Relationship Id="rId21" Type="http://schemas.openxmlformats.org/officeDocument/2006/relationships/slide" Target="slides/slide8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ableStyles" Target="tableStyles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font" Target="fonts/font11.fntdata"/><Relationship Id="rId43" Type="http://schemas.openxmlformats.org/officeDocument/2006/relationships/font" Target="fonts/font12.fntdata"/><Relationship Id="rId44" Type="http://schemas.openxmlformats.org/officeDocument/2006/relationships/font" Target="fonts/font13.fntdata"/><Relationship Id="rId45" Type="http://schemas.openxmlformats.org/officeDocument/2006/relationships/font" Target="fonts/font14.fntdata"/><Relationship Id="rId46" Type="http://schemas.openxmlformats.org/officeDocument/2006/relationships/font" Target="fonts/font1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0BA0B-DAEA-4680-AAC1-9E8B91E606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7DBA15-3F6E-4149-9019-6609FD57F75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24680" y="0"/>
            <a:ext cx="12216680" cy="2132856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/>
          <p:cNvSpPr/>
          <p:nvPr userDrawn="1"/>
        </p:nvSpPr>
        <p:spPr>
          <a:xfrm>
            <a:off x="-24680" y="5301208"/>
            <a:ext cx="12216680" cy="1556792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KSO_Shape"/>
          <p:cNvSpPr/>
          <p:nvPr userDrawn="1"/>
        </p:nvSpPr>
        <p:spPr bwMode="auto">
          <a:xfrm>
            <a:off x="8040216" y="2564904"/>
            <a:ext cx="3313621" cy="2016224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rgbClr val="20517C"/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6" name="文本占位符 145"/>
          <p:cNvSpPr>
            <a:spLocks noGrp="1"/>
          </p:cNvSpPr>
          <p:nvPr>
            <p:ph type="body" sz="quarter" idx="10" hasCustomPrompt="1"/>
          </p:nvPr>
        </p:nvSpPr>
        <p:spPr>
          <a:xfrm>
            <a:off x="839416" y="2924944"/>
            <a:ext cx="6549312" cy="80863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毕业论文答辩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  <a:endParaRPr lang="zh-CN" altLang="en-US" dirty="0"/>
          </a:p>
        </p:txBody>
      </p:sp>
      <p:sp>
        <p:nvSpPr>
          <p:cNvPr id="149" name="文本占位符 148"/>
          <p:cNvSpPr>
            <a:spLocks noGrp="1"/>
          </p:cNvSpPr>
          <p:nvPr>
            <p:ph type="body" sz="quarter" idx="11" hasCustomPrompt="1"/>
          </p:nvPr>
        </p:nvSpPr>
        <p:spPr>
          <a:xfrm>
            <a:off x="839470" y="3959225"/>
            <a:ext cx="3522345" cy="50292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学院：新闻与传播学院</a:t>
            </a:r>
            <a:endParaRPr lang="zh-CN" altLang="en-US" dirty="0"/>
          </a:p>
        </p:txBody>
      </p:sp>
      <p:sp>
        <p:nvSpPr>
          <p:cNvPr id="150" name="文本占位符 148"/>
          <p:cNvSpPr>
            <a:spLocks noGrp="1"/>
          </p:cNvSpPr>
          <p:nvPr>
            <p:ph type="body" sz="quarter" idx="12" hasCustomPrompt="1"/>
          </p:nvPr>
        </p:nvSpPr>
        <p:spPr>
          <a:xfrm>
            <a:off x="4362537" y="3958958"/>
            <a:ext cx="3389647" cy="503237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专业：新闻学</a:t>
            </a:r>
            <a:endParaRPr lang="zh-CN" altLang="en-US" dirty="0"/>
          </a:p>
        </p:txBody>
      </p:sp>
      <p:sp>
        <p:nvSpPr>
          <p:cNvPr id="151" name="文本占位符 148"/>
          <p:cNvSpPr>
            <a:spLocks noGrp="1"/>
          </p:cNvSpPr>
          <p:nvPr>
            <p:ph type="body" sz="quarter" idx="13" hasCustomPrompt="1"/>
          </p:nvPr>
        </p:nvSpPr>
        <p:spPr>
          <a:xfrm>
            <a:off x="6717772" y="5950099"/>
            <a:ext cx="2618588" cy="503237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答辩人：小e</a:t>
            </a:r>
            <a:endParaRPr lang="zh-CN" altLang="en-US" dirty="0"/>
          </a:p>
        </p:txBody>
      </p:sp>
      <p:sp>
        <p:nvSpPr>
          <p:cNvPr id="152" name="文本占位符 148"/>
          <p:cNvSpPr>
            <a:spLocks noGrp="1"/>
          </p:cNvSpPr>
          <p:nvPr>
            <p:ph type="body" sz="quarter" idx="14" hasCustomPrompt="1"/>
          </p:nvPr>
        </p:nvSpPr>
        <p:spPr>
          <a:xfrm>
            <a:off x="9475105" y="5950099"/>
            <a:ext cx="2716895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指导老师：兰小e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3359696" cy="6858000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623392" y="836712"/>
            <a:ext cx="20038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60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/>
          <p:cNvSpPr txBox="1"/>
          <p:nvPr userDrawn="1"/>
        </p:nvSpPr>
        <p:spPr>
          <a:xfrm>
            <a:off x="830161" y="1852375"/>
            <a:ext cx="1590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b="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contents</a:t>
            </a:r>
            <a:endParaRPr lang="zh-CN" altLang="en-US" sz="2400" b="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6" name="文本占位符 148"/>
          <p:cNvSpPr>
            <a:spLocks noGrp="1"/>
          </p:cNvSpPr>
          <p:nvPr>
            <p:ph type="body" sz="quarter" idx="11" hasCustomPrompt="1"/>
          </p:nvPr>
        </p:nvSpPr>
        <p:spPr>
          <a:xfrm>
            <a:off x="5159896" y="1885469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PART  01</a:t>
            </a:r>
            <a:endParaRPr lang="zh-CN" altLang="en-US" dirty="0"/>
          </a:p>
        </p:txBody>
      </p:sp>
      <p:sp>
        <p:nvSpPr>
          <p:cNvPr id="57" name="文本占位符 148"/>
          <p:cNvSpPr>
            <a:spLocks noGrp="1"/>
          </p:cNvSpPr>
          <p:nvPr>
            <p:ph type="body" sz="quarter" idx="12" hasCustomPrompt="1"/>
          </p:nvPr>
        </p:nvSpPr>
        <p:spPr>
          <a:xfrm>
            <a:off x="5159896" y="2650071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PART  02</a:t>
            </a:r>
            <a:endParaRPr lang="zh-CN" altLang="en-US" dirty="0"/>
          </a:p>
        </p:txBody>
      </p:sp>
      <p:sp>
        <p:nvSpPr>
          <p:cNvPr id="58" name="文本占位符 148"/>
          <p:cNvSpPr>
            <a:spLocks noGrp="1"/>
          </p:cNvSpPr>
          <p:nvPr>
            <p:ph type="body" sz="quarter" idx="13" hasCustomPrompt="1"/>
          </p:nvPr>
        </p:nvSpPr>
        <p:spPr>
          <a:xfrm>
            <a:off x="5159896" y="3414673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PART  03</a:t>
            </a:r>
            <a:endParaRPr lang="zh-CN" altLang="en-US" dirty="0"/>
          </a:p>
        </p:txBody>
      </p:sp>
      <p:sp>
        <p:nvSpPr>
          <p:cNvPr id="59" name="文本占位符 148"/>
          <p:cNvSpPr>
            <a:spLocks noGrp="1"/>
          </p:cNvSpPr>
          <p:nvPr>
            <p:ph type="body" sz="quarter" idx="14" hasCustomPrompt="1"/>
          </p:nvPr>
        </p:nvSpPr>
        <p:spPr>
          <a:xfrm>
            <a:off x="5159896" y="4179275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PART  04</a:t>
            </a:r>
            <a:endParaRPr lang="zh-CN" altLang="en-US" dirty="0"/>
          </a:p>
        </p:txBody>
      </p:sp>
      <p:sp>
        <p:nvSpPr>
          <p:cNvPr id="60" name="文本占位符 148"/>
          <p:cNvSpPr>
            <a:spLocks noGrp="1"/>
          </p:cNvSpPr>
          <p:nvPr>
            <p:ph type="body" sz="quarter" idx="15" hasCustomPrompt="1"/>
          </p:nvPr>
        </p:nvSpPr>
        <p:spPr>
          <a:xfrm>
            <a:off x="5159896" y="4943877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PART  05</a:t>
            </a:r>
            <a:endParaRPr lang="zh-CN" altLang="en-US" dirty="0"/>
          </a:p>
        </p:txBody>
      </p:sp>
      <p:sp>
        <p:nvSpPr>
          <p:cNvPr id="61" name="文本占位符 148"/>
          <p:cNvSpPr>
            <a:spLocks noGrp="1"/>
          </p:cNvSpPr>
          <p:nvPr>
            <p:ph type="body" sz="quarter" idx="16" hasCustomPrompt="1"/>
          </p:nvPr>
        </p:nvSpPr>
        <p:spPr>
          <a:xfrm>
            <a:off x="5159896" y="5708477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PART  06</a:t>
            </a:r>
            <a:endParaRPr lang="zh-CN" altLang="en-US" dirty="0"/>
          </a:p>
        </p:txBody>
      </p:sp>
      <p:cxnSp>
        <p:nvCxnSpPr>
          <p:cNvPr id="16" name="直接连接符 15"/>
          <p:cNvCxnSpPr/>
          <p:nvPr userDrawn="1"/>
        </p:nvCxnSpPr>
        <p:spPr>
          <a:xfrm flipH="1">
            <a:off x="6672064" y="1935872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 userDrawn="1"/>
        </p:nvCxnSpPr>
        <p:spPr>
          <a:xfrm flipH="1">
            <a:off x="6672064" y="2731007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 userDrawn="1"/>
        </p:nvCxnSpPr>
        <p:spPr>
          <a:xfrm flipH="1">
            <a:off x="6672064" y="3485862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 userDrawn="1"/>
        </p:nvCxnSpPr>
        <p:spPr>
          <a:xfrm flipH="1">
            <a:off x="6672064" y="4250464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 userDrawn="1"/>
        </p:nvCxnSpPr>
        <p:spPr>
          <a:xfrm flipH="1">
            <a:off x="6672064" y="5015066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 userDrawn="1"/>
        </p:nvCxnSpPr>
        <p:spPr>
          <a:xfrm flipH="1">
            <a:off x="6672064" y="5805264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占位符 148"/>
          <p:cNvSpPr>
            <a:spLocks noGrp="1"/>
          </p:cNvSpPr>
          <p:nvPr>
            <p:ph type="body" sz="quarter" idx="17" hasCustomPrompt="1"/>
          </p:nvPr>
        </p:nvSpPr>
        <p:spPr>
          <a:xfrm>
            <a:off x="7392144" y="1885469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绪论引言</a:t>
            </a:r>
            <a:endParaRPr lang="zh-CN" altLang="en-US" dirty="0"/>
          </a:p>
        </p:txBody>
      </p:sp>
      <p:sp>
        <p:nvSpPr>
          <p:cNvPr id="68" name="文本占位符 148"/>
          <p:cNvSpPr>
            <a:spLocks noGrp="1"/>
          </p:cNvSpPr>
          <p:nvPr>
            <p:ph type="body" sz="quarter" idx="18" hasCustomPrompt="1"/>
          </p:nvPr>
        </p:nvSpPr>
        <p:spPr>
          <a:xfrm>
            <a:off x="7392144" y="2656557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研究思路与方法</a:t>
            </a:r>
            <a:endParaRPr lang="zh-CN" altLang="en-US" dirty="0"/>
          </a:p>
        </p:txBody>
      </p:sp>
      <p:sp>
        <p:nvSpPr>
          <p:cNvPr id="69" name="文本占位符 148"/>
          <p:cNvSpPr>
            <a:spLocks noGrp="1"/>
          </p:cNvSpPr>
          <p:nvPr>
            <p:ph type="body" sz="quarter" idx="19" hasCustomPrompt="1"/>
          </p:nvPr>
        </p:nvSpPr>
        <p:spPr>
          <a:xfrm>
            <a:off x="7392144" y="3411412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研究难点</a:t>
            </a:r>
            <a:endParaRPr lang="zh-CN" altLang="en-US" dirty="0"/>
          </a:p>
        </p:txBody>
      </p:sp>
      <p:sp>
        <p:nvSpPr>
          <p:cNvPr id="70" name="文本占位符 148"/>
          <p:cNvSpPr>
            <a:spLocks noGrp="1"/>
          </p:cNvSpPr>
          <p:nvPr>
            <p:ph type="body" sz="quarter" idx="20" hasCustomPrompt="1"/>
          </p:nvPr>
        </p:nvSpPr>
        <p:spPr>
          <a:xfrm>
            <a:off x="7392144" y="4179506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研究数据</a:t>
            </a:r>
            <a:endParaRPr lang="zh-CN" altLang="en-US" dirty="0"/>
          </a:p>
        </p:txBody>
      </p:sp>
      <p:sp>
        <p:nvSpPr>
          <p:cNvPr id="71" name="文本占位符 148"/>
          <p:cNvSpPr>
            <a:spLocks noGrp="1"/>
          </p:cNvSpPr>
          <p:nvPr>
            <p:ph type="body" sz="quarter" idx="21" hasCustomPrompt="1"/>
          </p:nvPr>
        </p:nvSpPr>
        <p:spPr>
          <a:xfrm>
            <a:off x="7392144" y="4956676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研究应用与成果</a:t>
            </a:r>
            <a:endParaRPr lang="zh-CN" altLang="en-US" dirty="0"/>
          </a:p>
        </p:txBody>
      </p:sp>
      <p:sp>
        <p:nvSpPr>
          <p:cNvPr id="72" name="文本占位符 148"/>
          <p:cNvSpPr>
            <a:spLocks noGrp="1"/>
          </p:cNvSpPr>
          <p:nvPr>
            <p:ph type="body" sz="quarter" idx="22" hasCustomPrompt="1"/>
          </p:nvPr>
        </p:nvSpPr>
        <p:spPr>
          <a:xfrm>
            <a:off x="7392144" y="5709142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研究结论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 userDrawn="1"/>
        </p:nvSpPr>
        <p:spPr>
          <a:xfrm>
            <a:off x="5179328" y="1916832"/>
            <a:ext cx="1800200" cy="1800200"/>
          </a:xfrm>
          <a:prstGeom prst="ellipse">
            <a:avLst/>
          </a:prstGeom>
          <a:noFill/>
          <a:ln w="19050">
            <a:solidFill>
              <a:srgbClr val="2051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5612203" y="2421509"/>
            <a:ext cx="1044178" cy="1008063"/>
          </a:xfrm>
          <a:prstGeom prst="rect">
            <a:avLst/>
          </a:prstGeom>
        </p:spPr>
        <p:txBody>
          <a:bodyPr/>
          <a:lstStyle>
            <a:lvl1pPr marL="0" indent="0" algn="dist">
              <a:buNone/>
              <a:defRPr sz="600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55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5124013" y="3890952"/>
            <a:ext cx="1891640" cy="496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56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3503712" y="4372336"/>
            <a:ext cx="5195640" cy="496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aseline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绪论引言</a:t>
            </a:r>
            <a:endParaRPr lang="zh-CN" altLang="en-US" dirty="0"/>
          </a:p>
        </p:txBody>
      </p:sp>
      <p:sp>
        <p:nvSpPr>
          <p:cNvPr id="57" name="矩形 56"/>
          <p:cNvSpPr/>
          <p:nvPr userDrawn="1"/>
        </p:nvSpPr>
        <p:spPr>
          <a:xfrm>
            <a:off x="-24680" y="0"/>
            <a:ext cx="12216680" cy="1268760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 userDrawn="1"/>
        </p:nvSpPr>
        <p:spPr>
          <a:xfrm>
            <a:off x="-24680" y="5661248"/>
            <a:ext cx="12216680" cy="1195648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 userDrawn="1"/>
        </p:nvSpPr>
        <p:spPr>
          <a:xfrm>
            <a:off x="-24680" y="0"/>
            <a:ext cx="12216680" cy="1124744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9944" y="278936"/>
            <a:ext cx="864096" cy="1008063"/>
          </a:xfrm>
          <a:prstGeom prst="rect">
            <a:avLst/>
          </a:prstGeom>
        </p:spPr>
        <p:txBody>
          <a:bodyPr/>
          <a:lstStyle>
            <a:lvl1pPr marL="0" indent="0" algn="dist">
              <a:buNone/>
              <a:defRPr sz="48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3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1437592" y="348250"/>
            <a:ext cx="4586400" cy="4968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绪论引言</a:t>
            </a:r>
            <a:endParaRPr lang="zh-CN" altLang="en-US" dirty="0"/>
          </a:p>
        </p:txBody>
      </p:sp>
      <p:cxnSp>
        <p:nvCxnSpPr>
          <p:cNvPr id="64" name="直接连接符 63"/>
          <p:cNvCxnSpPr/>
          <p:nvPr userDrawn="1"/>
        </p:nvCxnSpPr>
        <p:spPr>
          <a:xfrm flipH="1">
            <a:off x="1102301" y="407372"/>
            <a:ext cx="307464" cy="484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image" Target="../media/image1.png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alphaModFix amt="30000"/>
          </a:blip>
          <a:srcRect/>
          <a:stretch>
            <a:fillRect l="60000" t="4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7" name="Picture 6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7" name="Picture 6" descr="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7" name="Picture 6" descr="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7" name="Picture 6" descr="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7" name="Picture 6" descr="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7" name="Picture 6" descr="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7" name="Picture 6" descr="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7" name="Picture 6" descr="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7" name="Picture 6" descr="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7" name="Picture 6" descr="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7" name="Picture 6" descr="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7" name="Picture 6" descr="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7" name="Picture 6" descr="1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7" name="Picture 6" descr="1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主题">
  <a:themeElements>
    <a:clrScheme name="自定义 2">
      <a:dk1>
        <a:srgbClr val="20517C"/>
      </a:dk1>
      <a:lt1>
        <a:srgbClr val="FFFFFF"/>
      </a:lt1>
      <a:dk2>
        <a:srgbClr val="20517C"/>
      </a:dk2>
      <a:lt2>
        <a:srgbClr val="FFFFFF"/>
      </a:lt2>
      <a:accent1>
        <a:srgbClr val="20517C"/>
      </a:accent1>
      <a:accent2>
        <a:srgbClr val="FFFFFF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论文答辩主题字体">
      <a:majorFont>
        <a:latin typeface="华文细黑"/>
        <a:ea typeface="微软雅黑"/>
        <a:cs typeface=""/>
      </a:majorFont>
      <a:minorFont>
        <a:latin typeface="华文细黑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A000120150327A04KPBG</Template>
  <TotalTime>0</TotalTime>
  <Words>2179</Words>
  <Application>WPS 演示</Application>
  <PresentationFormat>宽屏</PresentationFormat>
  <Paragraphs>385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5" baseType="lpstr">
      <vt:lpstr>Arial</vt:lpstr>
      <vt:lpstr>宋体</vt:lpstr>
      <vt:lpstr>Wingdings</vt:lpstr>
      <vt:lpstr>Calibri</vt:lpstr>
      <vt:lpstr>微软雅黑</vt:lpstr>
      <vt:lpstr>华文细黑</vt:lpstr>
      <vt:lpstr>Times New Roman</vt:lpstr>
      <vt:lpstr>Arial Unicode MS</vt:lpstr>
      <vt:lpstr>等线</vt:lpstr>
      <vt:lpstr>Arial Narrow</vt:lpstr>
      <vt:lpstr>Heiti SC</vt:lpstr>
      <vt:lpstr>Segoe Print</vt:lpstr>
      <vt:lpstr>PMingLiU</vt:lpstr>
      <vt:lpstr>Bell MT</vt:lpstr>
      <vt:lpstr>GungsuhChe</vt:lpstr>
      <vt:lpstr>PMingLiU-ExtB</vt:lpstr>
      <vt:lpstr>Heiti SC</vt:lpstr>
      <vt:lpstr>PMingLiU</vt:lpstr>
      <vt:lpstr>0xProto Nerd Font Mono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丫丫精饰</dc:title>
  <dc:creator>丫丫精饰</dc:creator>
  <cp:keywords>https://cyppt.taobao.com</cp:keywords>
  <dc:description>https://cyppt.taobao.com</dc:description>
  <dc:subject>丫丫精饰</dc:subject>
  <cp:category>https://cyppt.taobao.com</cp:category>
  <cp:lastModifiedBy>胡凯文</cp:lastModifiedBy>
  <cp:revision>316</cp:revision>
  <dcterms:created xsi:type="dcterms:W3CDTF">2015-05-14T07:52:00Z</dcterms:created>
  <dcterms:modified xsi:type="dcterms:W3CDTF">2026-06-25T10:03:36Z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0E19367918374D4D9F28B4E5EF44207B_12</vt:lpwstr>
  </property>
</Properties>
</file>